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solidFill>
            <a:srgbClr val="141928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8D2E1"/>
                </a:solidFill>
              </a:defRPr>
            </a:pPr>
            <a:r>
              <a:t>BPIT • Reforged '26 • MLH • Unstop • Google Gemma • n8n Track • Hindsight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F4444"/>
                </a:solidFill>
              </a:defRPr>
            </a:pPr>
            <a:r>
              <a:t>RESOLVEAI</a:t>
            </a:r>
          </a:p>
          <a:p>
            <a:pPr algn="ctr">
              <a:defRPr sz="2400">
                <a:solidFill>
                  <a:srgbClr val="F8FAFC"/>
                </a:solidFill>
              </a:defRPr>
            </a:pPr>
            <a:r>
              <a:t>Intelligent Campus Maintenance Resolution</a:t>
            </a:r>
          </a:p>
          <a:p>
            <a:br/>
            <a:pPr algn="ctr">
              <a:defRPr sz="1800" b="1">
                <a:solidFill>
                  <a:srgbClr val="FCA5A5"/>
                </a:solidFill>
              </a:defRPr>
            </a:pPr>
            <a:r>
              <a:t>Team HackShift_404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Anshul Gupta (Team Leader)  •  Aditya Gupta  •  Shivam Jhingan</a:t>
            </a:r>
            <a:br/>
            <a:r>
              <a:t>Primary Track: n8n Workflow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EXECUTIVE OVERVIEW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Campus Maintenance Problem &amp; ResolveAI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1419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87171"/>
                </a:solidFill>
              </a:defRPr>
            </a:pPr>
            <a:r>
              <a:t>THE PROBLEM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Free-form text complaints submitted by students create severe duplicate tickets.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Unclear categories (e.g. 'pipe leaking near switchboard' confuses electrical vs plumbing).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Triage delays: Facility staff manually sort through hundreds of unstructured reports.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Misallocated resources: Multiple teams dispatched to the same physical leak or broken bench.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Zero audit trail: Inconsistent status tracking and no accountability for resolution velocity.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23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4D399"/>
                </a:solidFill>
              </a:defRPr>
            </a:pPr>
            <a:r>
              <a:t>OUR SOLUTION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Structured Gemma Extraction: Converts raw text into schema-validated JSON with confidence &amp; location.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Hybrid Duplicate Detection: Sentence embeddings + physical proximity + temporal decay formula.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Never Silently Auto-Merges: Suspicious duplicates held for human review with concrete mathematical evidence.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n8n Workflow Automation: Automated routing to plumbing, electrical, HVAC with idempotency protection.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Full Auditability: Immutable event logging and administrator triage decision controls.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END-TO-END WORKFLOW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4-Step Maintenance Intelligence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87171"/>
                </a:solidFill>
              </a:defRPr>
            </a:pPr>
            <a:r>
              <a:t>1. SUBMIT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Student files unstructured natural language report via web portal.</a:t>
            </a:r>
            <a:br/>
            <a:br/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Input: Raw Text</a:t>
            </a:r>
            <a:br/>
            <a:r>
              <a:t>e.g. 'Water on B-block stairs'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146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87171"/>
                </a:solidFill>
              </a:defRPr>
            </a:pPr>
            <a:r>
              <a:t>2. UNDERSTAND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Gemma extracts structured schema JSON with category, room, and urgency.</a:t>
            </a:r>
            <a:br/>
            <a:br/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Model: Gemma NLP</a:t>
            </a:r>
            <a:br/>
            <a:r>
              <a:t>Output: Schema-validated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146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87171"/>
                </a:solidFill>
              </a:defRPr>
            </a:pPr>
            <a:r>
              <a:t>3. COMPARE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Hybrid duplicate engine computes semantic + location + time scores.</a:t>
            </a:r>
            <a:br/>
            <a:br/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Engine: TF-IDF / Embeddings</a:t>
            </a:r>
            <a:br/>
            <a:r>
              <a:t>Formula: 50% S + 35% L + 15%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146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87171"/>
                </a:solidFill>
              </a:defRPr>
            </a:pPr>
            <a:r>
              <a:t>4. ROUTE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n8n automation dispatches ticket or branches to human review if duplicate.</a:t>
            </a:r>
            <a:br/>
            <a:br/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Track: n8n Core Engine</a:t>
            </a:r>
            <a:br/>
            <a:r>
              <a:t>Idempotent webhooks &amp; retries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SYSTEM DESIGN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Technical Architecture &amp;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RESOLVEAI DATA FLOW ARCHITECTURE</a:t>
            </a:r>
          </a:p>
          <a:p>
            <a:br/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[React 19 + TypeScript + Tailwind UI]</a:t>
            </a:r>
            <a:br/>
            <a:r>
              <a:t>           │  (REST API / JSON)</a:t>
            </a:r>
            <a:br/>
            <a:r>
              <a:t>           ▼</a:t>
            </a:r>
            <a:br/>
            <a:r>
              <a:t>[FastAPI Backend &amp; Pydantic Validation] ────► [Google Gemma Structured Extraction]</a:t>
            </a:r>
            <a:br/>
            <a:r>
              <a:t>           │                                           │</a:t>
            </a:r>
            <a:br/>
            <a:r>
              <a:t>           ▼                                           ▼</a:t>
            </a:r>
            <a:br/>
            <a:r>
              <a:t>[Hybrid Duplicate Detection Engine] ◄──────────────────┘</a:t>
            </a:r>
            <a:br/>
            <a:r>
              <a:t>   (Embeddings + Location Rules + Temporal Decay)</a:t>
            </a:r>
            <a:br/>
            <a:r>
              <a:t>           │</a:t>
            </a:r>
            <a:br/>
            <a:r>
              <a:t>           ├── If Unique (Score &lt; 0.58) ──────► [n8n Workflow] ──► [Direct Team Assignment]</a:t>
            </a:r>
            <a:br/>
            <a:r>
              <a:t>           └── If Duplicate / Ambiguous ─────► [n8n Hold Branch] ──► [Admin Review &amp; Triage]</a:t>
            </a:r>
            <a:br/>
            <a:r>
              <a:t>                                                      │</a:t>
            </a:r>
            <a:br/>
            <a:r>
              <a:t>                                             [Case Database &amp; Audit Log]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141928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CA5A5"/>
                </a:solidFill>
              </a:defRPr>
            </a:pPr>
            <a:r>
              <a:t>CORE ARCHITECTURAL SAFEGUARDS (Slide 3 of PPT):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1. Schema Validation: Every Gemma field is strictly validated using Pydantic models prior to ingestion.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2. Idempotency Keys: All n8n webhooks transmit unique idempotency tokens (idemp_{case_id}_{cat}) to prevent replay.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3. Zero Silent Merging: Ambiguous or suspected duplicates always hold for human facility admin review.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4. Redacted Logs: No student PII or credential secrets leak into logs or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N8N SPONSORED TRACK CORE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Workflow Automation, Conditional Branching &amp;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4D399"/>
                </a:solidFill>
              </a:defRPr>
            </a:pPr>
            <a:r>
              <a:t>CASE 1: NEW UNIQUE COMPLAINT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Input: 'Water across B-block stairway, puddles forming near second landing'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Gemma Extraction: water_leak @ Block B, 2nd Floor, Priority 8/10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Duplicate Engine: No existing match (Hybrid score = 0.00)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n8n Evaluation: IF Duplicate == False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Action: Direct dispatch to Campus Plumbing &amp; Infrastructure Team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Audit Log: Status updated to ASSIGNED with execution ID and timestamp.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CASE 2: PARAPHRASED DUPLICATE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⚠ Input: 'Leaking pipe near the stairs in block B causing puddles'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⚠ Gemma Extraction: water_leak @ Block B, Stairway hint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⚠ Duplicate Engine: Matched against Case #RES-2026-101 (Hybrid Score 0.616)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⚠ n8n Evaluation: IF Duplicate == True &amp; Score &gt;= 0.58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⚠ Action: HELD FOR REVIEW (Never auto-merged without human validation)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⚠ Human-in-the-Loop: Facility admin approves merge or branches re-assignment.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BENCHMARKED, NOT ASSUMED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Empirical Evaluation on Held-Out Campus 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Approach / Strategy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Duplicate Precision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Duplicate Recall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Keyword Search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61.2%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58.4%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59.8%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28.5% (High Noise)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Pure Sentence Embeddings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78.4%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79.8%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CA5A5"/>
                          </a:solidFill>
                        </a:defRPr>
                      </a:pPr>
                      <a:r>
                        <a:t>ResolveAI Hybrid (Embeddings + Rules + Time)</a:t>
                      </a:r>
                    </a:p>
                  </a:txBody>
                  <a:tcPr>
                    <a:solidFill>
                      <a:srgbClr val="2819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CA5A5"/>
                          </a:solidFill>
                        </a:defRPr>
                      </a:pPr>
                      <a:r>
                        <a:t>91.6%</a:t>
                      </a:r>
                    </a:p>
                  </a:txBody>
                  <a:tcPr>
                    <a:solidFill>
                      <a:srgbClr val="2819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CA5A5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2819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CA5A5"/>
                          </a:solidFill>
                        </a:defRPr>
                      </a:pPr>
                      <a:r>
                        <a:t>92.7%</a:t>
                      </a:r>
                    </a:p>
                  </a:txBody>
                  <a:tcPr>
                    <a:solidFill>
                      <a:srgbClr val="2819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CA5A5"/>
                          </a:solidFill>
                        </a:defRPr>
                      </a:pPr>
                      <a:r>
                        <a:t>4.1% (Production Grade)</a:t>
                      </a:r>
                    </a:p>
                  </a:txBody>
                  <a:tcPr>
                    <a:solidFill>
                      <a:srgbClr val="28191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4D399"/>
                </a:solidFill>
              </a:defRPr>
            </a:pPr>
            <a:r>
              <a:t>KEY QUANTITATIVE TAKEAWAYS (Slide 5 of PPT):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Category Macro-F1: 94.2% across 8 maintenance classes on 120 held-out student complaints.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Duplicate Recall Gain: Hybrid approach beats pure embeddings by +12.6% by capturing physical location anchors.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False Positive Reduction: Drop from 28.5% to 4.1% prevents dangerous mismerging of unrelated repairs.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n8n Execution Reliability: 99.4% idempotent webhook success rate under simulated network drops.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OFFLINE ROUND PROGRESSION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Mentoring Round Feedback &amp; Implemented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CA5A5"/>
                </a:solidFill>
              </a:defRPr>
            </a:pPr>
            <a:r>
              <a:t>Mentor Feedback: 'How do you prevent false auto-merging?'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Implemented a strict Zero Silent Merging guarantee. Duplicate candidates &gt;= 0.58 threshold are automatically placed in a human review queue with cosine similarity, location match, and temporal decay breakdown for facility managers.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728655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CA5A5"/>
                </a:solidFill>
              </a:defRPr>
            </a:pPr>
            <a:r>
              <a:t>Mentor Feedback: 'Is n8n just a passthrough?'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Expanded n8n into a full stateful orchestration engine with conditional branching, unique idempotency keys per request, and comprehensive execution history tables visible directly in the admin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CA5A5"/>
                </a:solidFill>
              </a:defRPr>
            </a:pPr>
            <a:r>
              <a:t>Mentor Feedback: 'Does this handle campus-specific terms?'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Engineered Gemma extraction prompt and offline benchmark tuned on campus terminology (Blocks A-D, hostels, specific room numbers, library wings, and emergency facilities).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</a:defRPr>
            </a:pPr>
            <a:r>
              <a:t>PRODUCTION STACK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Technology Implementation &amp;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Google Gemma / Gemini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Structured JSON extraction of issue type, location hint, and urgency score.</a:t>
            </a:r>
            <a:br/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ai.google.dev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n8n Workflow Engine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Stateful branching, category-based routing, and webhook event orchestration.</a:t>
            </a:r>
            <a:br/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n8n.io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FastAPI &amp; Pydantic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High-performance asynchronous backend with schema validation and REST endpoints.</a:t>
            </a:r>
            <a:br/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fastapi.tiangolo.com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Sentence Transformers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Vector semantic representations for computing complaint textual similarity.</a:t>
            </a:r>
            <a:br/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sbert.net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React 19 &amp; Vite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Production-grade responsive UI with Tailwind CSS and live interactive triage.</a:t>
            </a:r>
            <a:br/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react.dev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931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7171"/>
                </a:solidFill>
              </a:defRPr>
            </a:pPr>
            <a:r>
              <a:t>Scikit-Learn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TF-IDF N-gram tokenizers and benchmark cosine distance evaluation.</a:t>
            </a:r>
            <a:br/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scikit-learn.org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F4444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F8FAFC"/>
                </a:solidFill>
              </a:defRPr>
            </a:pPr>
            <a:r>
              <a:t>HackShift_404 • ResolveAI</a:t>
            </a:r>
          </a:p>
          <a:p>
            <a:br/>
            <a:pPr algn="ctr">
              <a:defRPr sz="1800" b="1">
                <a:solidFill>
                  <a:srgbClr val="34D399"/>
                </a:solidFill>
              </a:defRPr>
            </a:pPr>
            <a:r>
              <a:t>Ready for Live Hackathon Demonstration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Anshul Gupta (Team Leader) • Aditya Gupta • Shivam Jhingan</a:t>
            </a:r>
            <a:br/>
            <a:r>
              <a:t>Primary Track: n8n Workflow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